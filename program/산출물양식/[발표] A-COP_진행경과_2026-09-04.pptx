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달 동안 뭘 했는지, 그리고 왜 지금 주제를 다시 좁히고 있는지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제약이 이후 모든 판단의 배경입니다. 기술은 정해져 있고 도메인만 우리가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응대 자동화에만 초점을 두면 결과물이 다 비슷해진다는 지적이 있어서 B2B 쪽도 같이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구간에서 계획서가 두 번 개정됐습니다.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초록은 잘 되는 것, 황토는 아직 나쁜 것입니다. 과잉 기권 35%는 근거가 충분한데도 사람한테 넘긴 비율입니다.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방향을 다시 본 계기입니다. 우리가 스스로 의심한 게 아니라 밖에서 두 번 같은 말을 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정세환 님은 아예 다른 주제 방향도 두 개 냈습니다. 복합 문제 해결형과 맞춤형 응대 전략형입니다.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 다 문서로 남겼습니다. 문서 드리프트는 재발 방지로 검사기까지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1번과 2번이 묶여 있습니다. 세그먼트가 정해져야 어느 데이터를 모을지가 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없이 좋아졌다고 말하지 않는 것이 이 프로젝트 원칙입니다.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8745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A-COP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971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에이전트 CS 자동화 — 한 달간의 경과와, 지금 다시 좁히는 중인 것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7033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2026.08.05 팀 결성 – 09.04   ·   6명   ·   커밋 270건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SKN32 Final 6팀   ·   김지혜 서유현 송채영 정세환 최상욱 최연우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08.05–07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주제는 받았다. 고를 수 있는 건 도메인 하나였다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7589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5일 팀이 만들어지고, 7일에 주제를 배정받았다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"다중 에이전트 서빙 기반 고객 피드백 분석 및 맞춤형 응대 자동화"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구조는 요구사항에 다 정해져 있었다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자유 변수는 하나였다 — 어느 도메인의 피드백을 다룰 것인가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15400" y="219456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154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변수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(어느 도메인이냐)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0D7A4D"/>
          </a:solidFill>
          <a:ln w="12700">
            <a:solidFill>
              <a:srgbClr val="0D7A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08.12–15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2주를 도메인 찾는 데 썼다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명이 각자 후보를 만들어 올렸다. 겹치는 건 걸러냈다.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최연우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3317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기수 141개 저장소와 대조해 중복 제거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535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서유현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95351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에스컬레이션 · 역할 인식 멀티페르소나 · 강의 플랫폼 CS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753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최상욱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357530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이커머스 마켓플레이스 A-COP + 서비스 스토리보드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970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송채영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41970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세부 기능과 데이터 수집 계획 · 응답/검토 에이전트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8188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김지혜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81888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문의에서 기획전·상품 제안을 뽑는 확장안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40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정세환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54406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스마트스토어 주문·반품·교환·리뷰 데이터 확보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08.16–27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이커머스로 좁히고 구조를 세웠다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7589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Team 6개로 나눴다 — 고객응대, 카탈로그, 주문·결제, 물류, 반품·환불, VOC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구현계획서를 v6 에서 v7 로 올리고 시스템 지도를 그렸다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문서가 어려워서 쉬운 설명 버전을 따로 만들었다</a:t>
            </a:r>
            <a:endParaRPr lang="en-US" sz="1500" dirty="0"/>
          </a:p>
          <a:p>
            <a:pPr marL="342900" indent="-342900">
              <a:lnSpc>
                <a:spcPts val="25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29일 팀장을 뽑았다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15400" y="219456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256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154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Team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만들고 재봤다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골든셋 72건을 실제로 돌려서 나온 값이다.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136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정합률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488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0916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3136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초과율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21488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377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3136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스키마 준수율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9776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206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9651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과잉 기권율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39776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9160" y="4206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20–34초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49651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지연 p50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92440" y="3977640"/>
            <a:ext cx="3383280" cy="1508760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206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5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3–4원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49651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건당 LLM 비용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지적을 두 번 받았다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222834"/>
          </a:solidFill>
          <a:ln w="12700">
            <a:solidFill>
              <a:srgbClr val="39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 · 08.28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6974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"표준과 기술을 많이 사용하는 것이 프로젝트 목표가 되어서는 안 된다.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Case lifecycle 이 실제로 동작하는 것이다."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84048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222834"/>
          </a:solidFill>
          <a:ln w="12700">
            <a:solidFill>
              <a:srgbClr val="39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0416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멘토 · 09.01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389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"기술 구현보다 프로젝트 가치 증명이 핵심이다.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CE2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실사용자인가 모의 사용자인가?"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715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건 되는데, 누구에게 왜 값이 있는지를 못 대고 있었다.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A8720C"/>
          </a:solidFill>
          <a:ln w="12700">
            <a:solidFill>
              <a:srgbClr val="A872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09.02–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시장을 다시 좁히는 중이다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를 넓게 훑고 세그먼트에 점수를 매겨 후보를 줄이고 있다. 아직 정하지 않았다.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해외구매대행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4871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후보. 통관·지연·환불 규정이 복잡해 판정 여지가 크다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918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여행·숙박 중소사업자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401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심층 조사 중. 취소·환불 규정이 법으로 정해져 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2062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 훈련 시뮬레이터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43159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를 응대가 아니라 훈련으로 뒤집어 본 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F4F6FA"/>
          </a:solidFill>
          <a:ln w="12700">
            <a:solidFill>
              <a:srgbClr val="DB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5212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소상공인 일반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52303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AI 바우처 지원이 있다. 김지혜 조사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건 그대로 남겼다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되살리지 않고 왜 안 됐는지를 기록으로 뒀다.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파인튜닝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stage3 v1~v7 전부 채택 불가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모델이 근거를 그대로 베껴 쓰는 법을 배웠다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12GB 벽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10,670 → 1,024 토큰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최고 사양이 4070 SUPER 12GB. 입력을 10분의 1로 깎아야 돌았다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2440" y="210312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BF3E3"/>
          </a:solidFill>
          <a:ln w="12700">
            <a:solidFill>
              <a:srgbClr val="E8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2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드리프트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제품이 이틀간 기동 불가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5661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개정이 한 절에만 반영돼 코드가 낡은 쪽을 따랐다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6692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중간발표까지 11일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65960"/>
            <a:ext cx="384048" cy="384048"/>
          </a:xfrm>
          <a:prstGeom prst="ellipse">
            <a:avLst/>
          </a:prstGeom>
          <a:solidFill>
            <a:srgbClr val="B8442F"/>
          </a:solidFill>
          <a:ln w="12700">
            <a:solidFill>
              <a:srgbClr val="B844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562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세그먼트를 확정한다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40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여행·숙박이냐 해외구매대행이냐, 아니면 다른 방향이냐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063240"/>
            <a:ext cx="384048" cy="384048"/>
          </a:xfrm>
          <a:prstGeom prst="ellipse">
            <a:avLst/>
          </a:prstGeom>
          <a:solidFill>
            <a:srgbClr val="B8442F"/>
          </a:solidFill>
          <a:ln w="12700">
            <a:solidFill>
              <a:srgbClr val="B844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95351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실사용자 데이터를 확보한다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37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멘토가 지적한 부분. 지금 판매자 관점 실데이터가 0건이다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384048" cy="384048"/>
          </a:xfrm>
          <a:prstGeom prst="ellipse">
            <a:avLst/>
          </a:prstGeom>
          <a:solidFill>
            <a:srgbClr val="A8720C"/>
          </a:solidFill>
          <a:ln w="12700">
            <a:solidFill>
              <a:srgbClr val="A872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050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과잉 기권 35% 를 낮춘다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434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충분한데 사람에게 넘기는 비율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5257800"/>
            <a:ext cx="384048" cy="384048"/>
          </a:xfrm>
          <a:prstGeom prst="ellipse">
            <a:avLst/>
          </a:prstGeom>
          <a:solidFill>
            <a:srgbClr val="2F5BD8"/>
          </a:solidFill>
          <a:ln w="12700">
            <a:solidFill>
              <a:srgbClr val="2F5B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480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C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Case lifecycle 이 도는 걸 보여준다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532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강사가 말한 핵심. 기술 나열이 아니라 한 건이 끝까지 가는 것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C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것보다 잰 것이 많다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동안 도메인을 찾고, 구조를 세우고, 재보고, 다시 좁히는 중이다.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7CE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재보고 나서야 값을 증명하지 못한다는 걸 알았다. 그래서 지금 범위를 줄이고 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A-COP 진행 경과</dc:title>
  <dc:subject>PptxGenJS Presentation</dc:subject>
  <dc:creator>SKN32 Final 6팀</dc:creator>
  <cp:lastModifiedBy>SKN32 Final 6팀</cp:lastModifiedBy>
  <cp:revision>1</cp:revision>
  <dcterms:created xsi:type="dcterms:W3CDTF">2026-09-03T23:31:29Z</dcterms:created>
  <dcterms:modified xsi:type="dcterms:W3CDTF">2026-09-03T23:31:29Z</dcterms:modified>
</cp:coreProperties>
</file>